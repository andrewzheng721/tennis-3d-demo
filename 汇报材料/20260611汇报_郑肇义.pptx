
<file path=[Content_Types].xml><?xml version="1.0" encoding="utf-8"?>
<Types xmlns="http://schemas.openxmlformats.org/package/2006/content-types"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876" r:id="rId2"/>
    <p:sldId id="2914" r:id="rId3"/>
    <p:sldId id="2915" r:id="rId4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11" autoAdjust="0"/>
    <p:restoredTop sz="94660"/>
  </p:normalViewPr>
  <p:slideViewPr>
    <p:cSldViewPr snapToGrid="0">
      <p:cViewPr varScale="1">
        <p:scale>
          <a:sx n="68" d="100"/>
          <a:sy n="68" d="100"/>
        </p:scale>
        <p:origin x="388" y="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50E5069-2420-688B-28B5-6341265E09B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BF7D11FF-FA54-7FEE-CA51-E68B1482642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2C0D704-EAD6-2124-A82C-6219EFADBB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9AA152-C9BF-4230-B153-1EE741DBB0B9}" type="datetimeFigureOut">
              <a:rPr lang="zh-CN" altLang="en-US" smtClean="0"/>
              <a:t>2026/6/11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4CBDD5-4111-5401-20B9-78A6FFA75E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F484B61-44E3-ECEA-0268-7102E57F99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A6AB3C-F526-4F61-931C-91B874D2010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794613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6223F8F-30BD-9B7A-9FC2-B161D503E2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5EECC12-731B-1269-93DC-D0ACBDC4456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82E7CB8-A8DF-5475-3C4A-D480F4977C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9AA152-C9BF-4230-B153-1EE741DBB0B9}" type="datetimeFigureOut">
              <a:rPr lang="zh-CN" altLang="en-US" smtClean="0"/>
              <a:t>2026/6/11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B186159-31F5-B933-6671-AEAE43582F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C0249D8-D408-D113-46B6-25337F8D17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A6AB3C-F526-4F61-931C-91B874D2010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703011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04D1C61-C55F-B446-C0F7-1637723B10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63FA271B-5148-D403-1B1A-8371991411E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F4ABEF5-F9BF-AD94-9144-655E2FD0EC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9AA152-C9BF-4230-B153-1EE741DBB0B9}" type="datetimeFigureOut">
              <a:rPr lang="zh-CN" altLang="en-US" smtClean="0"/>
              <a:t>2026/6/11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F254FDA-903A-7128-F929-F4F014C69B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126F1A1-40E5-A099-474E-4BE0A60583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A6AB3C-F526-4F61-931C-91B874D2010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421536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664D7F4-B1E2-95D6-7D68-8D2FCB94E3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A79258C-642C-6267-DC68-EC7C782627B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3397488F-CF79-E6F9-82D7-450597BDD1A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DF75F52B-681E-480B-EFEA-7696C99EEB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9AA152-C9BF-4230-B153-1EE741DBB0B9}" type="datetimeFigureOut">
              <a:rPr lang="zh-CN" altLang="en-US" smtClean="0"/>
              <a:t>2026/6/11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405DD0B4-5269-257D-8A5C-638AEE3766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19577FC-B4DE-CDE5-68F8-EE8D66D543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A6AB3C-F526-4F61-931C-91B874D2010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724235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1A12EAE-EA1B-90B3-5DDC-A5F5C05F2B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50D67D02-EC6E-BF25-00DF-6AA6EF351A9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8A3D95A8-DBA5-53E1-B18B-BCB31905B1E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83BCC9EF-4849-FD75-7E9E-2F4E43847B0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2F931811-0666-6A04-0887-69382AC0C5F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426D4261-B57D-42C1-AC5C-CF83DA551C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9AA152-C9BF-4230-B153-1EE741DBB0B9}" type="datetimeFigureOut">
              <a:rPr lang="zh-CN" altLang="en-US" smtClean="0"/>
              <a:t>2026/6/11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2DD159ED-D762-F1BD-BDCC-D6C519F136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2AD0F37A-267D-A8BE-48B9-1F3110BDC9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A6AB3C-F526-4F61-931C-91B874D2010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724540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2A2467F-6D12-03B9-7238-CC72985946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CB45D817-A9FB-0AA3-A89C-0506F9EC35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9AA152-C9BF-4230-B153-1EE741DBB0B9}" type="datetimeFigureOut">
              <a:rPr lang="zh-CN" altLang="en-US" smtClean="0"/>
              <a:t>2026/6/11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5C4BDF53-FE82-9192-8C60-AB924251B2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53DADF61-072F-E34E-AEB6-9D4439C643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A6AB3C-F526-4F61-931C-91B874D2010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701785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3E2222A2-B074-8157-224B-C02B134823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9AA152-C9BF-4230-B153-1EE741DBB0B9}" type="datetimeFigureOut">
              <a:rPr lang="zh-CN" altLang="en-US" smtClean="0"/>
              <a:t>2026/6/11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B462E821-2A4B-00AA-00C3-6B9F7B6B99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19351C0-9E87-7E2F-4B9B-AD92E00913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A6AB3C-F526-4F61-931C-91B874D2010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153926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94F34B7-4336-E29B-6CF5-32F3110FA7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C1AC794-0560-F52B-3721-999405E4CF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1EB3EC33-3594-2279-932B-C30F904A8F2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0F1BFF7D-2BDB-6601-9A11-8AA7CC967F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9AA152-C9BF-4230-B153-1EE741DBB0B9}" type="datetimeFigureOut">
              <a:rPr lang="zh-CN" altLang="en-US" smtClean="0"/>
              <a:t>2026/6/11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E50D4CE-9D8E-C568-02AD-991CBBD63B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A7BA7B03-2862-A4D2-9A8D-3A8F0A62BB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A6AB3C-F526-4F61-931C-91B874D2010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763938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4BF189D-14CA-FAC2-121D-54C64EEB60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F5523AB1-C5B4-4A17-D8FA-6C7853144AC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72A13F3F-56CD-E6D4-2CFB-A4126CDAA9A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D4260AB9-D102-1A1F-5EC9-EDDDC51A2A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9AA152-C9BF-4230-B153-1EE741DBB0B9}" type="datetimeFigureOut">
              <a:rPr lang="zh-CN" altLang="en-US" smtClean="0"/>
              <a:t>2026/6/11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F103F71A-45C9-4F8F-E881-A1FBF16200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E5F76FD8-432C-3152-4ADA-DEF88AEC2F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A6AB3C-F526-4F61-931C-91B874D2010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30679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C27F9FF-16B6-6B5D-20C4-BFE1BDEF7F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96ECB576-5B38-648B-3E8A-892E9C8CB87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3CB4450-26DC-A260-1D92-648635A190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9AA152-C9BF-4230-B153-1EE741DBB0B9}" type="datetimeFigureOut">
              <a:rPr lang="zh-CN" altLang="en-US" smtClean="0"/>
              <a:t>2026/6/11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F4715A3-9A39-C556-9802-A1C14D20D3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BDE4E5D-6BE9-CCB9-5E81-518081F5DC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A6AB3C-F526-4F61-931C-91B874D2010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668013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83EAB639-9424-9CBC-41FB-CC69ECD500C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00DFD76D-B063-84C4-4E3E-81CE3B3E3AA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2E4B192-F2AE-79EA-AA2C-5B8F5233D8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9AA152-C9BF-4230-B153-1EE741DBB0B9}" type="datetimeFigureOut">
              <a:rPr lang="zh-CN" altLang="en-US" smtClean="0"/>
              <a:t>2026/6/11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25F6E86-4411-36FC-82A0-28E5E7B470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7F24F1C-B701-6D38-A4DF-7A53D44769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A6AB3C-F526-4F61-931C-91B874D2010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544600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8950BA1C-0CC2-70AE-FF1E-35CDA7F32E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8A52CD3-0B0E-8ABE-909F-7ED27C75F4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4AD90EC-5116-CFC0-31F4-22D925D0F9E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49AA152-C9BF-4230-B153-1EE741DBB0B9}" type="datetimeFigureOut">
              <a:rPr lang="zh-CN" altLang="en-US" smtClean="0"/>
              <a:t>2026/6/11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BC3C150-C70C-10E2-8DE4-45595D7389A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DA8F473-7026-CD5A-909F-814A8953CF2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5A6AB3C-F526-4F61-931C-91B874D2010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78527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1791265"/>
            <a:ext cx="12192001" cy="4914900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5344983" y="4452936"/>
            <a:ext cx="1502034" cy="28815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>
              <a:lnSpc>
                <a:spcPct val="120000"/>
              </a:lnSpc>
            </a:pPr>
            <a:r>
              <a:rPr lang="zh-CN" altLang="en-US" sz="1705" b="1" spc="284" dirty="0">
                <a:solidFill>
                  <a:srgbClr val="70388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PingFang MO" panose="020B0400000000000000" charset="-120"/>
              </a:rPr>
              <a:t>郑肇义</a:t>
            </a:r>
            <a:endParaRPr lang="en-US" altLang="zh-CN" sz="1705" b="1" spc="284" dirty="0">
              <a:solidFill>
                <a:srgbClr val="70388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PingFang MO" panose="020B0400000000000000" charset="-120"/>
            </a:endParaRPr>
          </a:p>
        </p:txBody>
      </p:sp>
      <p:grpSp>
        <p:nvGrpSpPr>
          <p:cNvPr id="12" name="组合 11"/>
          <p:cNvGrpSpPr/>
          <p:nvPr/>
        </p:nvGrpSpPr>
        <p:grpSpPr>
          <a:xfrm>
            <a:off x="1862997" y="2239282"/>
            <a:ext cx="8261185" cy="2012474"/>
            <a:chOff x="1964879" y="2193806"/>
            <a:chExt cx="8712968" cy="2122532"/>
          </a:xfrm>
        </p:grpSpPr>
        <p:cxnSp>
          <p:nvCxnSpPr>
            <p:cNvPr id="9" name="直接连接符 8"/>
            <p:cNvCxnSpPr/>
            <p:nvPr/>
          </p:nvCxnSpPr>
          <p:spPr>
            <a:xfrm>
              <a:off x="1964879" y="4287473"/>
              <a:ext cx="8712968" cy="0"/>
            </a:xfrm>
            <a:prstGeom prst="line">
              <a:avLst/>
            </a:prstGeom>
            <a:ln w="28575">
              <a:solidFill>
                <a:srgbClr val="660874">
                  <a:alpha val="51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文本框 9"/>
            <p:cNvSpPr txBox="1"/>
            <p:nvPr/>
          </p:nvSpPr>
          <p:spPr>
            <a:xfrm>
              <a:off x="3391874" y="2193806"/>
              <a:ext cx="6150937" cy="212253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>
                <a:lnSpc>
                  <a:spcPct val="120000"/>
                </a:lnSpc>
              </a:pPr>
              <a:r>
                <a:rPr lang="en-US" altLang="zh-CN" sz="5690" b="1" spc="284" dirty="0">
                  <a:solidFill>
                    <a:srgbClr val="660874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PingFang MO" panose="020B0400000000000000" charset="-120"/>
                </a:rPr>
                <a:t>20260611</a:t>
              </a:r>
            </a:p>
            <a:p>
              <a:pPr algn="ctr">
                <a:lnSpc>
                  <a:spcPct val="120000"/>
                </a:lnSpc>
              </a:pPr>
              <a:r>
                <a:rPr lang="zh-CN" altLang="en-US" sz="5690" b="1" spc="284" dirty="0">
                  <a:solidFill>
                    <a:srgbClr val="660874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PingFang MO" panose="020B0400000000000000" charset="-120"/>
                </a:rPr>
                <a:t>网球工作汇报</a:t>
              </a:r>
            </a:p>
          </p:txBody>
        </p:sp>
      </p:grpSp>
      <p:pic>
        <p:nvPicPr>
          <p:cNvPr id="17" name="图片 16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4060" y="446824"/>
            <a:ext cx="4559411" cy="819291"/>
          </a:xfrm>
          <a:prstGeom prst="rect">
            <a:avLst/>
          </a:prstGeom>
        </p:spPr>
      </p:pic>
      <p:sp>
        <p:nvSpPr>
          <p:cNvPr id="2" name="矩形 1"/>
          <p:cNvSpPr/>
          <p:nvPr/>
        </p:nvSpPr>
        <p:spPr>
          <a:xfrm>
            <a:off x="0" y="6706165"/>
            <a:ext cx="12192000" cy="166719"/>
          </a:xfrm>
          <a:prstGeom prst="rect">
            <a:avLst/>
          </a:prstGeom>
          <a:gradFill flip="none" rotWithShape="1">
            <a:gsLst>
              <a:gs pos="100000">
                <a:srgbClr val="992164"/>
              </a:gs>
              <a:gs pos="73000">
                <a:srgbClr val="7A1769"/>
              </a:gs>
              <a:gs pos="0">
                <a:srgbClr val="580C6E"/>
              </a:gs>
              <a:gs pos="100000">
                <a:srgbClr val="AC2761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705" dirty="0">
              <a:latin typeface="微软雅黑" panose="020B0503020204020204" pitchFamily="34" charset="-122"/>
              <a:ea typeface="微软雅黑" panose="020B0503020204020204" pitchFamily="34" charset="-122"/>
              <a:cs typeface="PingFang MO" panose="020B0400000000000000" charset="-120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9448800" y="6492875"/>
            <a:ext cx="2743200" cy="365125"/>
          </a:xfrm>
        </p:spPr>
        <p:txBody>
          <a:bodyPr/>
          <a:lstStyle/>
          <a:p>
            <a:fld id="{7221C9D7-1B23-4F56-A966-B2E4BE594BA2}" type="slidenum">
              <a:rPr lang="zh-CN" altLang="en-US" sz="1600" b="1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fld>
            <a:endParaRPr lang="zh-CN" altLang="en-US" sz="16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7DE609-E5CD-53B7-EEA3-220402F3C8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C0FA3ABA-81CE-0F73-EC0B-FE17E61C89AD}"/>
              </a:ext>
            </a:extLst>
          </p:cNvPr>
          <p:cNvSpPr/>
          <p:nvPr/>
        </p:nvSpPr>
        <p:spPr>
          <a:xfrm>
            <a:off x="0" y="6486458"/>
            <a:ext cx="12192000" cy="371542"/>
          </a:xfrm>
          <a:prstGeom prst="rect">
            <a:avLst/>
          </a:prstGeom>
          <a:gradFill flip="none" rotWithShape="1">
            <a:gsLst>
              <a:gs pos="100000">
                <a:srgbClr val="992164"/>
              </a:gs>
              <a:gs pos="73000">
                <a:srgbClr val="7A1769"/>
              </a:gs>
              <a:gs pos="0">
                <a:srgbClr val="580C6E"/>
              </a:gs>
              <a:gs pos="100000">
                <a:srgbClr val="AC2761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endParaRPr lang="zh-CN" altLang="en-US" sz="1705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1355EEEF-0417-BA37-8366-D6C6C789DC17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17758" y="0"/>
            <a:ext cx="3474241" cy="624294"/>
          </a:xfrm>
          <a:prstGeom prst="rect">
            <a:avLst/>
          </a:prstGeom>
        </p:spPr>
      </p:pic>
      <p:sp>
        <p:nvSpPr>
          <p:cNvPr id="32" name="灯片编号占位符 4">
            <a:extLst>
              <a:ext uri="{FF2B5EF4-FFF2-40B4-BE49-F238E27FC236}">
                <a16:creationId xmlns:a16="http://schemas.microsoft.com/office/drawing/2014/main" id="{BFE589F5-6EA7-F14E-3FAC-7E8C5763B0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6492875"/>
            <a:ext cx="2743200" cy="365125"/>
          </a:xfrm>
        </p:spPr>
        <p:txBody>
          <a:bodyPr/>
          <a:lstStyle/>
          <a:p>
            <a:fld id="{7221C9D7-1B23-4F56-A966-B2E4BE594BA2}" type="slidenum">
              <a:rPr lang="zh-CN" altLang="en-US" sz="1600" b="1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fld>
            <a:endParaRPr lang="zh-CN" altLang="en-US" sz="16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95A69FA7-88E6-B3CF-CE77-1DDC9E52B7C4}"/>
              </a:ext>
            </a:extLst>
          </p:cNvPr>
          <p:cNvSpPr txBox="1"/>
          <p:nvPr/>
        </p:nvSpPr>
        <p:spPr>
          <a:xfrm>
            <a:off x="48261" y="45071"/>
            <a:ext cx="6648450" cy="5810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400" b="1" dirty="0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本周主要工作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4E9379C0-6C62-F258-8D01-FBBA1283AE35}"/>
              </a:ext>
            </a:extLst>
          </p:cNvPr>
          <p:cNvSpPr txBox="1"/>
          <p:nvPr/>
        </p:nvSpPr>
        <p:spPr>
          <a:xfrm>
            <a:off x="355410" y="771858"/>
            <a:ext cx="6769009" cy="50130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Stage2：3D骨架生成与可视化</a:t>
            </a:r>
            <a:endParaRPr lang="en-US" altLang="zh-CN" sz="2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方法</a:t>
            </a:r>
            <a:r>
              <a:rPr lang="zh-CN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 </a:t>
            </a:r>
          </a:p>
          <a:p>
            <a:pPr lvl="1">
              <a:lnSpc>
                <a:spcPct val="150000"/>
              </a:lnSpc>
            </a:pP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Volo26m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模型输出结果</a:t>
            </a:r>
            <a:r>
              <a:rPr lang="zh-CN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→ H36M17 关键点映射 </a:t>
            </a:r>
          </a:p>
          <a:p>
            <a:pPr lvl="1">
              <a:lnSpc>
                <a:spcPct val="150000"/>
              </a:lnSpc>
            </a:pPr>
            <a:r>
              <a:rPr lang="zh-CN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2D关键点归一化 [-1,1] </a:t>
            </a:r>
          </a:p>
          <a:p>
            <a:pPr lvl="1">
              <a:lnSpc>
                <a:spcPct val="150000"/>
              </a:lnSpc>
            </a:pPr>
            <a:r>
              <a:rPr lang="zh-CN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MotionBERT / DSTformer 推理生成 3D骨架 </a:t>
            </a:r>
          </a:p>
          <a:p>
            <a:pPr>
              <a:lnSpc>
                <a:spcPct val="150000"/>
              </a:lnSpc>
            </a:pPr>
            <a:r>
              <a:rPr lang="zh-CN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输出</a:t>
            </a:r>
            <a:r>
              <a:rPr lang="zh-CN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 </a:t>
            </a:r>
          </a:p>
          <a:p>
            <a:pPr lvl="1">
              <a:lnSpc>
                <a:spcPct val="150000"/>
              </a:lnSpc>
            </a:pPr>
            <a:r>
              <a:rPr lang="zh-CN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pose3d.pkl：每帧 3D骨架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ct val="150000"/>
              </a:lnSpc>
            </a:pPr>
            <a:r>
              <a:rPr lang="zh-CN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pose3d_vis.mp4：可视化3D骨架视频</a:t>
            </a:r>
          </a:p>
        </p:txBody>
      </p:sp>
      <p:pic>
        <p:nvPicPr>
          <p:cNvPr id="8" name="pose3d_vis">
            <a:hlinkClick r:id="" action="ppaction://media"/>
            <a:extLst>
              <a:ext uri="{FF2B5EF4-FFF2-40B4-BE49-F238E27FC236}">
                <a16:creationId xmlns:a16="http://schemas.microsoft.com/office/drawing/2014/main" id="{7282355D-1C52-F4DD-4EDC-D2E10F4B3F93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7320642" y="1125220"/>
            <a:ext cx="3810000" cy="381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43466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5200" fill="hold"/>
                                        <p:tgtEl>
                                          <p:spTgt spid="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8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"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309236-741F-4D08-F085-03F1D4F0FE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620A3C97-D80E-6915-0AB6-80875E233E88}"/>
              </a:ext>
            </a:extLst>
          </p:cNvPr>
          <p:cNvSpPr/>
          <p:nvPr/>
        </p:nvSpPr>
        <p:spPr>
          <a:xfrm>
            <a:off x="0" y="6486458"/>
            <a:ext cx="12192000" cy="371542"/>
          </a:xfrm>
          <a:prstGeom prst="rect">
            <a:avLst/>
          </a:prstGeom>
          <a:gradFill flip="none" rotWithShape="1">
            <a:gsLst>
              <a:gs pos="100000">
                <a:srgbClr val="992164"/>
              </a:gs>
              <a:gs pos="73000">
                <a:srgbClr val="7A1769"/>
              </a:gs>
              <a:gs pos="0">
                <a:srgbClr val="580C6E"/>
              </a:gs>
              <a:gs pos="100000">
                <a:srgbClr val="AC2761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endParaRPr lang="zh-CN" altLang="en-US" sz="1705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4AEE3DBE-3824-A125-CE22-827192AB4ABA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17758" y="0"/>
            <a:ext cx="3474241" cy="624294"/>
          </a:xfrm>
          <a:prstGeom prst="rect">
            <a:avLst/>
          </a:prstGeom>
        </p:spPr>
      </p:pic>
      <p:sp>
        <p:nvSpPr>
          <p:cNvPr id="32" name="灯片编号占位符 4">
            <a:extLst>
              <a:ext uri="{FF2B5EF4-FFF2-40B4-BE49-F238E27FC236}">
                <a16:creationId xmlns:a16="http://schemas.microsoft.com/office/drawing/2014/main" id="{3E99BA82-BF66-3756-F78B-4F02A55660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6492875"/>
            <a:ext cx="2743200" cy="365125"/>
          </a:xfrm>
        </p:spPr>
        <p:txBody>
          <a:bodyPr/>
          <a:lstStyle/>
          <a:p>
            <a:fld id="{7221C9D7-1B23-4F56-A966-B2E4BE594BA2}" type="slidenum">
              <a:rPr lang="zh-CN" altLang="en-US" sz="1600" b="1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fld>
            <a:endParaRPr lang="zh-CN" altLang="en-US" sz="16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E335C81F-D1B9-F507-3AB5-6A2645B3EB02}"/>
              </a:ext>
            </a:extLst>
          </p:cNvPr>
          <p:cNvSpPr txBox="1"/>
          <p:nvPr/>
        </p:nvSpPr>
        <p:spPr>
          <a:xfrm>
            <a:off x="48261" y="45071"/>
            <a:ext cx="6648450" cy="5810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400" b="1" dirty="0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后续工作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A46F7619-1EC0-6A32-AF8A-A6AB952C064D}"/>
              </a:ext>
            </a:extLst>
          </p:cNvPr>
          <p:cNvSpPr txBox="1"/>
          <p:nvPr/>
        </p:nvSpPr>
        <p:spPr>
          <a:xfrm>
            <a:off x="459105" y="1125220"/>
            <a:ext cx="6769009" cy="24277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Stage</a:t>
            </a: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zh-CN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自建数据集用于模型训练</a:t>
            </a:r>
            <a:endParaRPr lang="zh-CN" altLang="zh-CN" sz="2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en-US" altLang="zh-CN" sz="2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indent="-457200">
              <a:lnSpc>
                <a:spcPct val="150000"/>
              </a:lnSpc>
              <a:buAutoNum type="arabicPeriod"/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自建数据集，从</a:t>
            </a:r>
            <a:r>
              <a:rPr lang="en-US" altLang="zh-CN" sz="24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youtube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获取比赛视频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indent="-457200">
              <a:lnSpc>
                <a:spcPct val="150000"/>
              </a:lnSpc>
              <a:buAutoNum type="arabicPeriod"/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通过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stage1&amp;2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的结果输出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3D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骨架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indent="-457200">
              <a:lnSpc>
                <a:spcPct val="150000"/>
              </a:lnSpc>
              <a:buAutoNum type="arabicPeriod"/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人工打标签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21339539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42</TotalTime>
  <Words>113</Words>
  <Application>Microsoft Office PowerPoint</Application>
  <PresentationFormat>宽屏</PresentationFormat>
  <Paragraphs>21</Paragraphs>
  <Slides>3</Slides>
  <Notes>0</Notes>
  <HiddenSlides>0</HiddenSlides>
  <MMClips>1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8" baseType="lpstr">
      <vt:lpstr>等线</vt:lpstr>
      <vt:lpstr>等线 Light</vt:lpstr>
      <vt:lpstr>微软雅黑</vt:lpstr>
      <vt:lpstr>Arial</vt:lpstr>
      <vt:lpstr>Office 主题​​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Andy Zheng</dc:creator>
  <cp:lastModifiedBy>Andy Zheng</cp:lastModifiedBy>
  <cp:revision>3</cp:revision>
  <dcterms:created xsi:type="dcterms:W3CDTF">2026-06-11T04:55:24Z</dcterms:created>
  <dcterms:modified xsi:type="dcterms:W3CDTF">2026-06-11T05:37:32Z</dcterms:modified>
</cp:coreProperties>
</file>